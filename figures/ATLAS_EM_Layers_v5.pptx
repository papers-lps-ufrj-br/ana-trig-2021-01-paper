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notesMasterIdLst>
    <p:notesMasterId r:id="rId3"/>
  </p:notesMasterIdLst>
  <p:sldIdLst>
    <p:sldId id="256" r:id="rId2"/>
  </p:sldIdLst>
  <p:sldSz cx="14400213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13"/>
  </p:normalViewPr>
  <p:slideViewPr>
    <p:cSldViewPr snapToGrid="0" snapToObjects="1">
      <p:cViewPr>
        <p:scale>
          <a:sx n="100" d="100"/>
          <a:sy n="100" d="100"/>
        </p:scale>
        <p:origin x="-648" y="-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2A7AB-9439-BB4B-AD65-133C0345E016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677E17-9CC0-2A4D-A217-6DD974C9BFA3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80212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6010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1pPr>
    <a:lvl2pPr marL="380052" algn="l" defTabSz="76010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2pPr>
    <a:lvl3pPr marL="760104" algn="l" defTabSz="76010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3pPr>
    <a:lvl4pPr marL="1140157" algn="l" defTabSz="76010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4pPr>
    <a:lvl5pPr marL="1520208" algn="l" defTabSz="76010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5pPr>
    <a:lvl6pPr marL="1900261" algn="l" defTabSz="76010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6pPr>
    <a:lvl7pPr marL="2280313" algn="l" defTabSz="76010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7pPr>
    <a:lvl8pPr marL="2660365" algn="l" defTabSz="76010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8pPr>
    <a:lvl9pPr marL="3040417" algn="l" defTabSz="760104" rtl="0" eaLnBrk="1" latinLnBrk="0" hangingPunct="1">
      <a:defRPr sz="9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677E17-9CC0-2A4D-A217-6DD974C9BFA3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61266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414125"/>
            <a:ext cx="10800160" cy="3008266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4538401"/>
            <a:ext cx="10800160" cy="2086184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56C5-070F-0D40-AE0A-9696E1D5E180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9E48-F3F9-5148-A79D-E1026B37A82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592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56C5-070F-0D40-AE0A-9696E1D5E180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9E48-F3F9-5148-A79D-E1026B37A82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25980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2154191"/>
            <a:ext cx="12420184" cy="3594317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5782512"/>
            <a:ext cx="12420184" cy="1890166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56C5-070F-0D40-AE0A-9696E1D5E180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9E48-F3F9-5148-A79D-E1026B37A82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4778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300203"/>
            <a:ext cx="6120091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300203"/>
            <a:ext cx="6120091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56C5-070F-0D40-AE0A-9696E1D5E180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9E48-F3F9-5148-A79D-E1026B37A82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747684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60041"/>
            <a:ext cx="12420184" cy="16701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2118188"/>
            <a:ext cx="6091965" cy="103809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3156278"/>
            <a:ext cx="6091965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2118188"/>
            <a:ext cx="6121966" cy="103809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3156278"/>
            <a:ext cx="6121966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56C5-070F-0D40-AE0A-9696E1D5E180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9E48-F3F9-5148-A79D-E1026B37A82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81502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56C5-070F-0D40-AE0A-9696E1D5E180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9E48-F3F9-5148-A79D-E1026B37A82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230691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56C5-070F-0D40-AE0A-9696E1D5E180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9E48-F3F9-5148-A79D-E1026B37A82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2318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76051"/>
            <a:ext cx="4644443" cy="2016178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244111"/>
            <a:ext cx="7290108" cy="614054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592229"/>
            <a:ext cx="4644443" cy="4802425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56C5-070F-0D40-AE0A-9696E1D5E180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9E48-F3F9-5148-A79D-E1026B37A82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388041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76051"/>
            <a:ext cx="4644443" cy="2016178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244111"/>
            <a:ext cx="7290108" cy="614054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592229"/>
            <a:ext cx="4644443" cy="4802425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56C5-070F-0D40-AE0A-9696E1D5E180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9E48-F3F9-5148-A79D-E1026B37A82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03008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56C5-070F-0D40-AE0A-9696E1D5E180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9E48-F3F9-5148-A79D-E1026B37A82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26948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60041"/>
            <a:ext cx="3105046" cy="7322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60041"/>
            <a:ext cx="9135135" cy="7322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56C5-070F-0D40-AE0A-9696E1D5E180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9E48-F3F9-5148-A79D-E1026B37A82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0627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60041"/>
            <a:ext cx="12420184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300203"/>
            <a:ext cx="12420184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8008708"/>
            <a:ext cx="3240048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956C5-070F-0D40-AE0A-9696E1D5E180}" type="datetimeFigureOut">
              <a:rPr lang="en-BR" smtClean="0"/>
              <a:t>28/09/24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8008708"/>
            <a:ext cx="4860072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8008708"/>
            <a:ext cx="3240048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E9E48-F3F9-5148-A79D-E1026B37A82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3845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140">
            <a:extLst>
              <a:ext uri="{FF2B5EF4-FFF2-40B4-BE49-F238E27FC236}">
                <a16:creationId xmlns:a16="http://schemas.microsoft.com/office/drawing/2014/main" id="{563EDEEC-6D09-624B-A017-FF85ED9C6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439" y="-1934802"/>
            <a:ext cx="9144000" cy="9144000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64928650-6E1A-2D42-8C63-F8A3A4549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995" y="-876904"/>
            <a:ext cx="9144000" cy="9144000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954BA3DF-7BA0-FF48-920A-7A6FC47CB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432" y="-636776"/>
            <a:ext cx="9144000" cy="9144000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0360B9C5-7FF0-2142-A5CD-AF52D197B6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525966" y="2071205"/>
            <a:ext cx="9144000" cy="9144000"/>
          </a:xfrm>
          <a:prstGeom prst="rect">
            <a:avLst/>
          </a:prstGeom>
          <a:scene3d>
            <a:camera prst="orthographicFront">
              <a:rot lat="0" lon="1800000" rev="0"/>
            </a:camera>
            <a:lightRig rig="threePt" dir="t"/>
          </a:scene3d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0F5C58B9-3581-6F4F-9FDA-8FFC4A4B587A}"/>
              </a:ext>
            </a:extLst>
          </p:cNvPr>
          <p:cNvSpPr txBox="1"/>
          <p:nvPr/>
        </p:nvSpPr>
        <p:spPr>
          <a:xfrm>
            <a:off x="7214266" y="7059896"/>
            <a:ext cx="944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3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EM1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1E74173-5BCF-FC40-BE42-C8B0F4A30846}"/>
              </a:ext>
            </a:extLst>
          </p:cNvPr>
          <p:cNvSpPr txBox="1"/>
          <p:nvPr/>
        </p:nvSpPr>
        <p:spPr>
          <a:xfrm>
            <a:off x="10505592" y="5618158"/>
            <a:ext cx="944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3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EM2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404E2F2-51DE-C744-AB60-F23F877C96ED}"/>
              </a:ext>
            </a:extLst>
          </p:cNvPr>
          <p:cNvSpPr txBox="1"/>
          <p:nvPr/>
        </p:nvSpPr>
        <p:spPr>
          <a:xfrm>
            <a:off x="13455724" y="4320381"/>
            <a:ext cx="944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3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EM3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A62520E-F7CD-8E4E-A807-A7C3B8CBCF3F}"/>
              </a:ext>
            </a:extLst>
          </p:cNvPr>
          <p:cNvSpPr txBox="1"/>
          <p:nvPr/>
        </p:nvSpPr>
        <p:spPr>
          <a:xfrm>
            <a:off x="13314" y="8055988"/>
            <a:ext cx="2824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</a:t>
            </a:r>
            <a:r>
              <a:rPr lang="en-BR" sz="3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resampler (PS)</a:t>
            </a:r>
          </a:p>
        </p:txBody>
      </p:sp>
    </p:spTree>
    <p:extLst>
      <p:ext uri="{BB962C8B-B14F-4D97-AF65-F5344CB8AC3E}">
        <p14:creationId xmlns:p14="http://schemas.microsoft.com/office/powerpoint/2010/main" val="29814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2540</TotalTime>
  <Words>9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CMU Serif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Joao Victor Da Fonseca Pinto</dc:creator>
  <cp:lastModifiedBy>Joao Victor Da Fonseca Pinto</cp:lastModifiedBy>
  <cp:revision>21</cp:revision>
  <cp:lastPrinted>2021-01-07T15:32:23Z</cp:lastPrinted>
  <dcterms:created xsi:type="dcterms:W3CDTF">2021-01-06T05:22:40Z</dcterms:created>
  <dcterms:modified xsi:type="dcterms:W3CDTF">2024-09-28T23:43:23Z</dcterms:modified>
</cp:coreProperties>
</file>