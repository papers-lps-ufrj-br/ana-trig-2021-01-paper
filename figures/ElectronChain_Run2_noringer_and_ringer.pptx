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8280400" cy="9359900"/>
  <p:notesSz cx="6858000" cy="9144000"/>
  <p:defaultTextStyle>
    <a:defPPr>
      <a:defRPr lang="en-US"/>
    </a:defPPr>
    <a:lvl1pPr marL="0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1pPr>
    <a:lvl2pPr marL="429389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2pPr>
    <a:lvl3pPr marL="858778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3pPr>
    <a:lvl4pPr marL="1288167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4pPr>
    <a:lvl5pPr marL="1717556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5pPr>
    <a:lvl6pPr marL="2146945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6pPr>
    <a:lvl7pPr marL="2576334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7pPr>
    <a:lvl8pPr marL="3005723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8pPr>
    <a:lvl9pPr marL="3435112" algn="l" defTabSz="429389" rtl="0" eaLnBrk="1" latinLnBrk="0" hangingPunct="1">
      <a:defRPr sz="169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9" userDrawn="1">
          <p15:clr>
            <a:srgbClr val="A4A3A4"/>
          </p15:clr>
        </p15:guide>
        <p15:guide id="2" pos="2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AB2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8"/>
  </p:normalViewPr>
  <p:slideViewPr>
    <p:cSldViewPr snapToGrid="0" snapToObjects="1">
      <p:cViewPr>
        <p:scale>
          <a:sx n="80" d="100"/>
          <a:sy n="80" d="100"/>
        </p:scale>
        <p:origin x="3320" y="448"/>
      </p:cViewPr>
      <p:guideLst>
        <p:guide orient="horz" pos="2949"/>
        <p:guide pos="2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040" y="2907646"/>
            <a:ext cx="7038339" cy="2006311"/>
          </a:xfrm>
        </p:spPr>
        <p:txBody>
          <a:bodyPr/>
          <a:lstStyle/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72" y="5303950"/>
            <a:ext cx="5796280" cy="2391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375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75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12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50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87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25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62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00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H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103" y="6014615"/>
            <a:ext cx="7038339" cy="1858979"/>
          </a:xfrm>
        </p:spPr>
        <p:txBody>
          <a:bodyPr anchor="t"/>
          <a:lstStyle>
            <a:lvl1pPr algn="l">
              <a:defRPr sz="6451" b="1" cap="all"/>
            </a:lvl1pPr>
          </a:lstStyle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103" y="3967128"/>
            <a:ext cx="7038339" cy="2047479"/>
          </a:xfrm>
        </p:spPr>
        <p:txBody>
          <a:bodyPr anchor="b"/>
          <a:lstStyle>
            <a:lvl1pPr marL="0" indent="0">
              <a:buNone/>
              <a:defRPr sz="3229">
                <a:solidFill>
                  <a:schemeClr val="tx1">
                    <a:tint val="75000"/>
                  </a:schemeClr>
                </a:solidFill>
              </a:defRPr>
            </a:lvl1pPr>
            <a:lvl2pPr marL="737549" indent="0">
              <a:buNone/>
              <a:defRPr sz="2905">
                <a:solidFill>
                  <a:schemeClr val="tx1">
                    <a:tint val="75000"/>
                  </a:schemeClr>
                </a:solidFill>
              </a:defRPr>
            </a:lvl2pPr>
            <a:lvl3pPr marL="1475097" indent="0">
              <a:buNone/>
              <a:defRPr sz="2583">
                <a:solidFill>
                  <a:schemeClr val="tx1">
                    <a:tint val="75000"/>
                  </a:schemeClr>
                </a:solidFill>
              </a:defRPr>
            </a:lvl3pPr>
            <a:lvl4pPr marL="2212648" indent="0">
              <a:buNone/>
              <a:defRPr sz="2256">
                <a:solidFill>
                  <a:schemeClr val="tx1">
                    <a:tint val="75000"/>
                  </a:schemeClr>
                </a:solidFill>
              </a:defRPr>
            </a:lvl4pPr>
            <a:lvl5pPr marL="2950194" indent="0">
              <a:buNone/>
              <a:defRPr sz="2256">
                <a:solidFill>
                  <a:schemeClr val="tx1">
                    <a:tint val="75000"/>
                  </a:schemeClr>
                </a:solidFill>
              </a:defRPr>
            </a:lvl5pPr>
            <a:lvl6pPr marL="3687745" indent="0">
              <a:buNone/>
              <a:defRPr sz="2256">
                <a:solidFill>
                  <a:schemeClr val="tx1">
                    <a:tint val="75000"/>
                  </a:schemeClr>
                </a:solidFill>
              </a:defRPr>
            </a:lvl6pPr>
            <a:lvl7pPr marL="4425289" indent="0">
              <a:buNone/>
              <a:defRPr sz="2256">
                <a:solidFill>
                  <a:schemeClr val="tx1">
                    <a:tint val="75000"/>
                  </a:schemeClr>
                </a:solidFill>
              </a:defRPr>
            </a:lvl7pPr>
            <a:lvl8pPr marL="5162842" indent="0">
              <a:buNone/>
              <a:defRPr sz="2256">
                <a:solidFill>
                  <a:schemeClr val="tx1">
                    <a:tint val="75000"/>
                  </a:schemeClr>
                </a:solidFill>
              </a:defRPr>
            </a:lvl8pPr>
            <a:lvl9pPr marL="5900388" indent="0">
              <a:buNone/>
              <a:defRPr sz="22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H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9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27" y="2183983"/>
            <a:ext cx="3657179" cy="6177103"/>
          </a:xfrm>
        </p:spPr>
        <p:txBody>
          <a:bodyPr/>
          <a:lstStyle>
            <a:lvl1pPr>
              <a:defRPr sz="4517"/>
            </a:lvl1pPr>
            <a:lvl2pPr>
              <a:defRPr sz="3871"/>
            </a:lvl2pPr>
            <a:lvl3pPr>
              <a:defRPr sz="3229"/>
            </a:lvl3pPr>
            <a:lvl4pPr>
              <a:defRPr sz="2905"/>
            </a:lvl4pPr>
            <a:lvl5pPr>
              <a:defRPr sz="2905"/>
            </a:lvl5pPr>
            <a:lvl6pPr>
              <a:defRPr sz="2905"/>
            </a:lvl6pPr>
            <a:lvl7pPr>
              <a:defRPr sz="2905"/>
            </a:lvl7pPr>
            <a:lvl8pPr>
              <a:defRPr sz="2905"/>
            </a:lvl8pPr>
            <a:lvl9pPr>
              <a:defRPr sz="2905"/>
            </a:lvl9pPr>
          </a:lstStyle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9215" y="2183983"/>
            <a:ext cx="3657179" cy="6177103"/>
          </a:xfrm>
        </p:spPr>
        <p:txBody>
          <a:bodyPr/>
          <a:lstStyle>
            <a:lvl1pPr>
              <a:defRPr sz="4517"/>
            </a:lvl1pPr>
            <a:lvl2pPr>
              <a:defRPr sz="3871"/>
            </a:lvl2pPr>
            <a:lvl3pPr>
              <a:defRPr sz="3229"/>
            </a:lvl3pPr>
            <a:lvl4pPr>
              <a:defRPr sz="2905"/>
            </a:lvl4pPr>
            <a:lvl5pPr>
              <a:defRPr sz="2905"/>
            </a:lvl5pPr>
            <a:lvl6pPr>
              <a:defRPr sz="2905"/>
            </a:lvl6pPr>
            <a:lvl7pPr>
              <a:defRPr sz="2905"/>
            </a:lvl7pPr>
            <a:lvl8pPr>
              <a:defRPr sz="2905"/>
            </a:lvl8pPr>
            <a:lvl9pPr>
              <a:defRPr sz="2905"/>
            </a:lvl9pPr>
          </a:lstStyle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030" y="2095155"/>
            <a:ext cx="3658615" cy="873156"/>
          </a:xfrm>
        </p:spPr>
        <p:txBody>
          <a:bodyPr anchor="b"/>
          <a:lstStyle>
            <a:lvl1pPr marL="0" indent="0">
              <a:buNone/>
              <a:defRPr sz="3871" b="1"/>
            </a:lvl1pPr>
            <a:lvl2pPr marL="737549" indent="0">
              <a:buNone/>
              <a:defRPr sz="3229" b="1"/>
            </a:lvl2pPr>
            <a:lvl3pPr marL="1475097" indent="0">
              <a:buNone/>
              <a:defRPr sz="2905" b="1"/>
            </a:lvl3pPr>
            <a:lvl4pPr marL="2212648" indent="0">
              <a:buNone/>
              <a:defRPr sz="2583" b="1"/>
            </a:lvl4pPr>
            <a:lvl5pPr marL="2950194" indent="0">
              <a:buNone/>
              <a:defRPr sz="2583" b="1"/>
            </a:lvl5pPr>
            <a:lvl6pPr marL="3687745" indent="0">
              <a:buNone/>
              <a:defRPr sz="2583" b="1"/>
            </a:lvl6pPr>
            <a:lvl7pPr marL="4425289" indent="0">
              <a:buNone/>
              <a:defRPr sz="2583" b="1"/>
            </a:lvl7pPr>
            <a:lvl8pPr marL="5162842" indent="0">
              <a:buNone/>
              <a:defRPr sz="2583" b="1"/>
            </a:lvl8pPr>
            <a:lvl9pPr marL="5900388" indent="0">
              <a:buNone/>
              <a:defRPr sz="2583" b="1"/>
            </a:lvl9pPr>
          </a:lstStyle>
          <a:p>
            <a:pPr lvl="0"/>
            <a:r>
              <a:rPr lang="fr-CH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030" y="2968306"/>
            <a:ext cx="3658615" cy="5392776"/>
          </a:xfrm>
        </p:spPr>
        <p:txBody>
          <a:bodyPr/>
          <a:lstStyle>
            <a:lvl1pPr>
              <a:defRPr sz="3871"/>
            </a:lvl1pPr>
            <a:lvl2pPr>
              <a:defRPr sz="3229"/>
            </a:lvl2pPr>
            <a:lvl3pPr>
              <a:defRPr sz="2905"/>
            </a:lvl3pPr>
            <a:lvl4pPr>
              <a:defRPr sz="2583"/>
            </a:lvl4pPr>
            <a:lvl5pPr>
              <a:defRPr sz="2583"/>
            </a:lvl5pPr>
            <a:lvl6pPr>
              <a:defRPr sz="2583"/>
            </a:lvl6pPr>
            <a:lvl7pPr>
              <a:defRPr sz="2583"/>
            </a:lvl7pPr>
            <a:lvl8pPr>
              <a:defRPr sz="2583"/>
            </a:lvl8pPr>
            <a:lvl9pPr>
              <a:defRPr sz="2583"/>
            </a:lvl9pPr>
          </a:lstStyle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6338" y="2095155"/>
            <a:ext cx="3660055" cy="873156"/>
          </a:xfrm>
        </p:spPr>
        <p:txBody>
          <a:bodyPr anchor="b"/>
          <a:lstStyle>
            <a:lvl1pPr marL="0" indent="0">
              <a:buNone/>
              <a:defRPr sz="3871" b="1"/>
            </a:lvl1pPr>
            <a:lvl2pPr marL="737549" indent="0">
              <a:buNone/>
              <a:defRPr sz="3229" b="1"/>
            </a:lvl2pPr>
            <a:lvl3pPr marL="1475097" indent="0">
              <a:buNone/>
              <a:defRPr sz="2905" b="1"/>
            </a:lvl3pPr>
            <a:lvl4pPr marL="2212648" indent="0">
              <a:buNone/>
              <a:defRPr sz="2583" b="1"/>
            </a:lvl4pPr>
            <a:lvl5pPr marL="2950194" indent="0">
              <a:buNone/>
              <a:defRPr sz="2583" b="1"/>
            </a:lvl5pPr>
            <a:lvl6pPr marL="3687745" indent="0">
              <a:buNone/>
              <a:defRPr sz="2583" b="1"/>
            </a:lvl6pPr>
            <a:lvl7pPr marL="4425289" indent="0">
              <a:buNone/>
              <a:defRPr sz="2583" b="1"/>
            </a:lvl7pPr>
            <a:lvl8pPr marL="5162842" indent="0">
              <a:buNone/>
              <a:defRPr sz="2583" b="1"/>
            </a:lvl8pPr>
            <a:lvl9pPr marL="5900388" indent="0">
              <a:buNone/>
              <a:defRPr sz="2583" b="1"/>
            </a:lvl9pPr>
          </a:lstStyle>
          <a:p>
            <a:pPr lvl="0"/>
            <a:r>
              <a:rPr lang="fr-CH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6338" y="2968306"/>
            <a:ext cx="3660055" cy="5392776"/>
          </a:xfrm>
        </p:spPr>
        <p:txBody>
          <a:bodyPr/>
          <a:lstStyle>
            <a:lvl1pPr>
              <a:defRPr sz="3871"/>
            </a:lvl1pPr>
            <a:lvl2pPr>
              <a:defRPr sz="3229"/>
            </a:lvl2pPr>
            <a:lvl3pPr>
              <a:defRPr sz="2905"/>
            </a:lvl3pPr>
            <a:lvl4pPr>
              <a:defRPr sz="2583"/>
            </a:lvl4pPr>
            <a:lvl5pPr>
              <a:defRPr sz="2583"/>
            </a:lvl5pPr>
            <a:lvl6pPr>
              <a:defRPr sz="2583"/>
            </a:lvl6pPr>
            <a:lvl7pPr>
              <a:defRPr sz="2583"/>
            </a:lvl7pPr>
            <a:lvl8pPr>
              <a:defRPr sz="2583"/>
            </a:lvl8pPr>
            <a:lvl9pPr>
              <a:defRPr sz="2583"/>
            </a:lvl9pPr>
          </a:lstStyle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6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7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8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34" y="372667"/>
            <a:ext cx="2724195" cy="1585983"/>
          </a:xfrm>
        </p:spPr>
        <p:txBody>
          <a:bodyPr anchor="b"/>
          <a:lstStyle>
            <a:lvl1pPr algn="l">
              <a:defRPr sz="3229" b="1"/>
            </a:lvl1pPr>
          </a:lstStyle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7420" y="372671"/>
            <a:ext cx="4628973" cy="7988417"/>
          </a:xfrm>
        </p:spPr>
        <p:txBody>
          <a:bodyPr/>
          <a:lstStyle>
            <a:lvl1pPr>
              <a:defRPr sz="5162"/>
            </a:lvl1pPr>
            <a:lvl2pPr>
              <a:defRPr sz="4517"/>
            </a:lvl2pPr>
            <a:lvl3pPr>
              <a:defRPr sz="3871"/>
            </a:lvl3pPr>
            <a:lvl4pPr>
              <a:defRPr sz="3229"/>
            </a:lvl4pPr>
            <a:lvl5pPr>
              <a:defRPr sz="3229"/>
            </a:lvl5pPr>
            <a:lvl6pPr>
              <a:defRPr sz="3229"/>
            </a:lvl6pPr>
            <a:lvl7pPr>
              <a:defRPr sz="3229"/>
            </a:lvl7pPr>
            <a:lvl8pPr>
              <a:defRPr sz="3229"/>
            </a:lvl8pPr>
            <a:lvl9pPr>
              <a:defRPr sz="3229"/>
            </a:lvl9pPr>
          </a:lstStyle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4034" y="1958659"/>
            <a:ext cx="2724195" cy="6402434"/>
          </a:xfrm>
        </p:spPr>
        <p:txBody>
          <a:bodyPr/>
          <a:lstStyle>
            <a:lvl1pPr marL="0" indent="0">
              <a:buNone/>
              <a:defRPr sz="2256"/>
            </a:lvl1pPr>
            <a:lvl2pPr marL="737549" indent="0">
              <a:buNone/>
              <a:defRPr sz="1938"/>
            </a:lvl2pPr>
            <a:lvl3pPr marL="1475097" indent="0">
              <a:buNone/>
              <a:defRPr sz="1613"/>
            </a:lvl3pPr>
            <a:lvl4pPr marL="2212648" indent="0">
              <a:buNone/>
              <a:defRPr sz="1451"/>
            </a:lvl4pPr>
            <a:lvl5pPr marL="2950194" indent="0">
              <a:buNone/>
              <a:defRPr sz="1451"/>
            </a:lvl5pPr>
            <a:lvl6pPr marL="3687745" indent="0">
              <a:buNone/>
              <a:defRPr sz="1451"/>
            </a:lvl6pPr>
            <a:lvl7pPr marL="4425289" indent="0">
              <a:buNone/>
              <a:defRPr sz="1451"/>
            </a:lvl7pPr>
            <a:lvl8pPr marL="5162842" indent="0">
              <a:buNone/>
              <a:defRPr sz="1451"/>
            </a:lvl8pPr>
            <a:lvl9pPr marL="5900388" indent="0">
              <a:buNone/>
              <a:defRPr sz="1451"/>
            </a:lvl9pPr>
          </a:lstStyle>
          <a:p>
            <a:pPr lvl="0"/>
            <a:r>
              <a:rPr lang="fr-CH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4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3020" y="6551937"/>
            <a:ext cx="4968240" cy="773491"/>
          </a:xfrm>
        </p:spPr>
        <p:txBody>
          <a:bodyPr anchor="b"/>
          <a:lstStyle>
            <a:lvl1pPr algn="l">
              <a:defRPr sz="3229" b="1"/>
            </a:lvl1pPr>
          </a:lstStyle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3020" y="836331"/>
            <a:ext cx="4968240" cy="5615940"/>
          </a:xfrm>
        </p:spPr>
        <p:txBody>
          <a:bodyPr/>
          <a:lstStyle>
            <a:lvl1pPr marL="0" indent="0">
              <a:buNone/>
              <a:defRPr sz="5162"/>
            </a:lvl1pPr>
            <a:lvl2pPr marL="737549" indent="0">
              <a:buNone/>
              <a:defRPr sz="4517"/>
            </a:lvl2pPr>
            <a:lvl3pPr marL="1475097" indent="0">
              <a:buNone/>
              <a:defRPr sz="3871"/>
            </a:lvl3pPr>
            <a:lvl4pPr marL="2212648" indent="0">
              <a:buNone/>
              <a:defRPr sz="3229"/>
            </a:lvl4pPr>
            <a:lvl5pPr marL="2950194" indent="0">
              <a:buNone/>
              <a:defRPr sz="3229"/>
            </a:lvl5pPr>
            <a:lvl6pPr marL="3687745" indent="0">
              <a:buNone/>
              <a:defRPr sz="3229"/>
            </a:lvl6pPr>
            <a:lvl7pPr marL="4425289" indent="0">
              <a:buNone/>
              <a:defRPr sz="3229"/>
            </a:lvl7pPr>
            <a:lvl8pPr marL="5162842" indent="0">
              <a:buNone/>
              <a:defRPr sz="3229"/>
            </a:lvl8pPr>
            <a:lvl9pPr marL="5900388" indent="0">
              <a:buNone/>
              <a:defRPr sz="322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3020" y="7325428"/>
            <a:ext cx="4968240" cy="1098489"/>
          </a:xfrm>
        </p:spPr>
        <p:txBody>
          <a:bodyPr/>
          <a:lstStyle>
            <a:lvl1pPr marL="0" indent="0">
              <a:buNone/>
              <a:defRPr sz="2256"/>
            </a:lvl1pPr>
            <a:lvl2pPr marL="737549" indent="0">
              <a:buNone/>
              <a:defRPr sz="1938"/>
            </a:lvl2pPr>
            <a:lvl3pPr marL="1475097" indent="0">
              <a:buNone/>
              <a:defRPr sz="1613"/>
            </a:lvl3pPr>
            <a:lvl4pPr marL="2212648" indent="0">
              <a:buNone/>
              <a:defRPr sz="1451"/>
            </a:lvl4pPr>
            <a:lvl5pPr marL="2950194" indent="0">
              <a:buNone/>
              <a:defRPr sz="1451"/>
            </a:lvl5pPr>
            <a:lvl6pPr marL="3687745" indent="0">
              <a:buNone/>
              <a:defRPr sz="1451"/>
            </a:lvl6pPr>
            <a:lvl7pPr marL="4425289" indent="0">
              <a:buNone/>
              <a:defRPr sz="1451"/>
            </a:lvl7pPr>
            <a:lvl8pPr marL="5162842" indent="0">
              <a:buNone/>
              <a:defRPr sz="1451"/>
            </a:lvl8pPr>
            <a:lvl9pPr marL="5900388" indent="0">
              <a:buNone/>
              <a:defRPr sz="1451"/>
            </a:lvl9pPr>
          </a:lstStyle>
          <a:p>
            <a:pPr lvl="0"/>
            <a:r>
              <a:rPr lang="fr-CH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7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1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03296" y="374836"/>
            <a:ext cx="1863089" cy="7986247"/>
          </a:xfrm>
        </p:spPr>
        <p:txBody>
          <a:bodyPr vert="eaVert"/>
          <a:lstStyle/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030" y="374836"/>
            <a:ext cx="5451263" cy="7986247"/>
          </a:xfrm>
        </p:spPr>
        <p:txBody>
          <a:bodyPr vert="eaVert"/>
          <a:lstStyle/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4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031" y="374834"/>
            <a:ext cx="7452361" cy="1559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H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031" y="2183983"/>
            <a:ext cx="7452361" cy="6177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H"/>
              <a:t>Click to edit Master text styles</a:t>
            </a:r>
          </a:p>
          <a:p>
            <a:pPr lvl="1"/>
            <a:r>
              <a:rPr lang="fr-CH"/>
              <a:t>Second level</a:t>
            </a:r>
          </a:p>
          <a:p>
            <a:pPr lvl="2"/>
            <a:r>
              <a:rPr lang="fr-CH"/>
              <a:t>Third level</a:t>
            </a:r>
          </a:p>
          <a:p>
            <a:pPr lvl="3"/>
            <a:r>
              <a:rPr lang="fr-CH"/>
              <a:t>Fourth level</a:t>
            </a:r>
          </a:p>
          <a:p>
            <a:pPr lvl="4"/>
            <a:r>
              <a:rPr lang="fr-CH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031" y="8675253"/>
            <a:ext cx="1932093" cy="4983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9F1A9-D2C5-D44D-B106-803044FF136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29145" y="8675253"/>
            <a:ext cx="2622125" cy="4983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34294" y="8675253"/>
            <a:ext cx="1932093" cy="4983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98B71-B6C5-EC4A-AD53-0ED028DF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37549" rtl="0" eaLnBrk="1" latinLnBrk="0" hangingPunct="1">
        <a:spcBef>
          <a:spcPct val="0"/>
        </a:spcBef>
        <a:buNone/>
        <a:defRPr sz="7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3160" indent="-553160" algn="l" defTabSz="737549" rtl="0" eaLnBrk="1" latinLnBrk="0" hangingPunct="1">
        <a:spcBef>
          <a:spcPct val="20000"/>
        </a:spcBef>
        <a:buFont typeface="Arial"/>
        <a:buChar char="•"/>
        <a:defRPr sz="5162" kern="1200">
          <a:solidFill>
            <a:schemeClr val="tx1"/>
          </a:solidFill>
          <a:latin typeface="+mn-lt"/>
          <a:ea typeface="+mn-ea"/>
          <a:cs typeface="+mn-cs"/>
        </a:defRPr>
      </a:lvl1pPr>
      <a:lvl2pPr marL="1198517" indent="-460967" algn="l" defTabSz="737549" rtl="0" eaLnBrk="1" latinLnBrk="0" hangingPunct="1">
        <a:spcBef>
          <a:spcPct val="20000"/>
        </a:spcBef>
        <a:buFont typeface="Arial"/>
        <a:buChar char="–"/>
        <a:defRPr sz="4517" kern="1200">
          <a:solidFill>
            <a:schemeClr val="tx1"/>
          </a:solidFill>
          <a:latin typeface="+mn-lt"/>
          <a:ea typeface="+mn-ea"/>
          <a:cs typeface="+mn-cs"/>
        </a:defRPr>
      </a:lvl2pPr>
      <a:lvl3pPr marL="1843872" indent="-368775" algn="l" defTabSz="737549" rtl="0" eaLnBrk="1" latinLnBrk="0" hangingPunct="1">
        <a:spcBef>
          <a:spcPct val="20000"/>
        </a:spcBef>
        <a:buFont typeface="Arial"/>
        <a:buChar char="•"/>
        <a:defRPr sz="3871" kern="1200">
          <a:solidFill>
            <a:schemeClr val="tx1"/>
          </a:solidFill>
          <a:latin typeface="+mn-lt"/>
          <a:ea typeface="+mn-ea"/>
          <a:cs typeface="+mn-cs"/>
        </a:defRPr>
      </a:lvl3pPr>
      <a:lvl4pPr marL="2581421" indent="-368775" algn="l" defTabSz="737549" rtl="0" eaLnBrk="1" latinLnBrk="0" hangingPunct="1">
        <a:spcBef>
          <a:spcPct val="20000"/>
        </a:spcBef>
        <a:buFont typeface="Arial"/>
        <a:buChar char="–"/>
        <a:defRPr sz="3229" kern="1200">
          <a:solidFill>
            <a:schemeClr val="tx1"/>
          </a:solidFill>
          <a:latin typeface="+mn-lt"/>
          <a:ea typeface="+mn-ea"/>
          <a:cs typeface="+mn-cs"/>
        </a:defRPr>
      </a:lvl4pPr>
      <a:lvl5pPr marL="3318969" indent="-368775" algn="l" defTabSz="737549" rtl="0" eaLnBrk="1" latinLnBrk="0" hangingPunct="1">
        <a:spcBef>
          <a:spcPct val="20000"/>
        </a:spcBef>
        <a:buFont typeface="Arial"/>
        <a:buChar char="»"/>
        <a:defRPr sz="3229" kern="1200">
          <a:solidFill>
            <a:schemeClr val="tx1"/>
          </a:solidFill>
          <a:latin typeface="+mn-lt"/>
          <a:ea typeface="+mn-ea"/>
          <a:cs typeface="+mn-cs"/>
        </a:defRPr>
      </a:lvl5pPr>
      <a:lvl6pPr marL="4056517" indent="-368775" algn="l" defTabSz="737549" rtl="0" eaLnBrk="1" latinLnBrk="0" hangingPunct="1">
        <a:spcBef>
          <a:spcPct val="20000"/>
        </a:spcBef>
        <a:buFont typeface="Arial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6pPr>
      <a:lvl7pPr marL="4794068" indent="-368775" algn="l" defTabSz="737549" rtl="0" eaLnBrk="1" latinLnBrk="0" hangingPunct="1">
        <a:spcBef>
          <a:spcPct val="20000"/>
        </a:spcBef>
        <a:buFont typeface="Arial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7pPr>
      <a:lvl8pPr marL="5531615" indent="-368775" algn="l" defTabSz="737549" rtl="0" eaLnBrk="1" latinLnBrk="0" hangingPunct="1">
        <a:spcBef>
          <a:spcPct val="20000"/>
        </a:spcBef>
        <a:buFont typeface="Arial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8pPr>
      <a:lvl9pPr marL="6269163" indent="-368775" algn="l" defTabSz="737549" rtl="0" eaLnBrk="1" latinLnBrk="0" hangingPunct="1">
        <a:spcBef>
          <a:spcPct val="20000"/>
        </a:spcBef>
        <a:buFont typeface="Arial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1pPr>
      <a:lvl2pPr marL="737549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2pPr>
      <a:lvl3pPr marL="1475097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3pPr>
      <a:lvl4pPr marL="2212648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4pPr>
      <a:lvl5pPr marL="2950194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5pPr>
      <a:lvl6pPr marL="3687745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6pPr>
      <a:lvl7pPr marL="4425289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7pPr>
      <a:lvl8pPr marL="5162842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8pPr>
      <a:lvl9pPr marL="5900388" algn="l" defTabSz="737549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3">
            <a:extLst>
              <a:ext uri="{FF2B5EF4-FFF2-40B4-BE49-F238E27FC236}">
                <a16:creationId xmlns:a16="http://schemas.microsoft.com/office/drawing/2014/main" id="{AE520771-5390-8F6E-A5D3-73CE781E9790}"/>
              </a:ext>
            </a:extLst>
          </p:cNvPr>
          <p:cNvSpPr/>
          <p:nvPr/>
        </p:nvSpPr>
        <p:spPr>
          <a:xfrm>
            <a:off x="765849" y="3461672"/>
            <a:ext cx="3264439" cy="1673201"/>
          </a:xfrm>
          <a:prstGeom prst="rect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Avenir Light" panose="020B0402020203020204" pitchFamily="34" charset="77"/>
            </a:endParaRPr>
          </a:p>
        </p:txBody>
      </p:sp>
      <p:sp>
        <p:nvSpPr>
          <p:cNvPr id="52" name="Rectangle 7">
            <a:extLst>
              <a:ext uri="{FF2B5EF4-FFF2-40B4-BE49-F238E27FC236}">
                <a16:creationId xmlns:a16="http://schemas.microsoft.com/office/drawing/2014/main" id="{797CAD8B-653F-2467-034A-1CA476E80665}"/>
              </a:ext>
            </a:extLst>
          </p:cNvPr>
          <p:cNvSpPr/>
          <p:nvPr/>
        </p:nvSpPr>
        <p:spPr>
          <a:xfrm>
            <a:off x="810243" y="4033564"/>
            <a:ext cx="3056212" cy="37068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Fast Electron Reconstruction</a:t>
            </a:r>
          </a:p>
        </p:txBody>
      </p:sp>
      <p:sp>
        <p:nvSpPr>
          <p:cNvPr id="53" name="Diamond 8">
            <a:extLst>
              <a:ext uri="{FF2B5EF4-FFF2-40B4-BE49-F238E27FC236}">
                <a16:creationId xmlns:a16="http://schemas.microsoft.com/office/drawing/2014/main" id="{759931B1-CEAB-CEF9-782D-67CB34A8F115}"/>
              </a:ext>
            </a:extLst>
          </p:cNvPr>
          <p:cNvSpPr/>
          <p:nvPr/>
        </p:nvSpPr>
        <p:spPr>
          <a:xfrm>
            <a:off x="856308" y="4462498"/>
            <a:ext cx="2941082" cy="636066"/>
          </a:xfrm>
          <a:prstGeom prst="diamond">
            <a:avLst/>
          </a:prstGeom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Fast Electron Selection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Avenir Light" panose="020B0402020203020204" pitchFamily="34" charset="77"/>
            </a:endParaRPr>
          </a:p>
        </p:txBody>
      </p:sp>
      <p:sp>
        <p:nvSpPr>
          <p:cNvPr id="54" name="Rectangle 9">
            <a:extLst>
              <a:ext uri="{FF2B5EF4-FFF2-40B4-BE49-F238E27FC236}">
                <a16:creationId xmlns:a16="http://schemas.microsoft.com/office/drawing/2014/main" id="{732BC21B-61A6-BC80-7DB4-F383E7DA68F2}"/>
              </a:ext>
            </a:extLst>
          </p:cNvPr>
          <p:cNvSpPr/>
          <p:nvPr/>
        </p:nvSpPr>
        <p:spPr>
          <a:xfrm>
            <a:off x="862049" y="5801030"/>
            <a:ext cx="3004411" cy="368025"/>
          </a:xfrm>
          <a:prstGeom prst="rect">
            <a:avLst/>
          </a:prstGeom>
          <a:solidFill>
            <a:srgbClr val="AB2D24"/>
          </a:solidFill>
          <a:ln>
            <a:solidFill>
              <a:srgbClr val="AB2D2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Precise Calorimeter Reconstruction</a:t>
            </a:r>
          </a:p>
        </p:txBody>
      </p:sp>
      <p:sp>
        <p:nvSpPr>
          <p:cNvPr id="55" name="Rectangle 10">
            <a:extLst>
              <a:ext uri="{FF2B5EF4-FFF2-40B4-BE49-F238E27FC236}">
                <a16:creationId xmlns:a16="http://schemas.microsoft.com/office/drawing/2014/main" id="{9E4A1E80-8DAA-6FA8-CDD5-201A9ECC7CB9}"/>
              </a:ext>
            </a:extLst>
          </p:cNvPr>
          <p:cNvSpPr/>
          <p:nvPr/>
        </p:nvSpPr>
        <p:spPr>
          <a:xfrm>
            <a:off x="862049" y="6313638"/>
            <a:ext cx="3004411" cy="304153"/>
          </a:xfrm>
          <a:prstGeom prst="rect">
            <a:avLst/>
          </a:prstGeom>
          <a:solidFill>
            <a:srgbClr val="AB2D24"/>
          </a:solidFill>
          <a:ln>
            <a:solidFill>
              <a:srgbClr val="AB2D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Energy Calibration</a:t>
            </a:r>
          </a:p>
        </p:txBody>
      </p:sp>
      <p:sp>
        <p:nvSpPr>
          <p:cNvPr id="56" name="Diamond 11">
            <a:extLst>
              <a:ext uri="{FF2B5EF4-FFF2-40B4-BE49-F238E27FC236}">
                <a16:creationId xmlns:a16="http://schemas.microsoft.com/office/drawing/2014/main" id="{CCEC15D8-03CB-6C25-9EAC-25A45446BA6C}"/>
              </a:ext>
            </a:extLst>
          </p:cNvPr>
          <p:cNvSpPr/>
          <p:nvPr/>
        </p:nvSpPr>
        <p:spPr>
          <a:xfrm>
            <a:off x="879304" y="6738190"/>
            <a:ext cx="2918086" cy="580360"/>
          </a:xfrm>
          <a:prstGeom prst="diamond">
            <a:avLst/>
          </a:prstGeom>
          <a:solidFill>
            <a:srgbClr val="AB2D24"/>
          </a:solidFill>
          <a:ln>
            <a:solidFill>
              <a:srgbClr val="AB2D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Calibrated E</a:t>
            </a:r>
            <a:r>
              <a:rPr lang="en-US" sz="1400" b="1" baseline="-25000" dirty="0">
                <a:solidFill>
                  <a:srgbClr val="FFFFFF"/>
                </a:solidFill>
                <a:latin typeface="Avenir Light" panose="020B0402020203020204" pitchFamily="34" charset="77"/>
              </a:rPr>
              <a:t>T</a:t>
            </a:r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 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Selection</a:t>
            </a:r>
          </a:p>
        </p:txBody>
      </p:sp>
      <p:sp>
        <p:nvSpPr>
          <p:cNvPr id="57" name="Diamond 14">
            <a:extLst>
              <a:ext uri="{FF2B5EF4-FFF2-40B4-BE49-F238E27FC236}">
                <a16:creationId xmlns:a16="http://schemas.microsoft.com/office/drawing/2014/main" id="{AC638321-6A41-7D97-BA0A-71C967EA5CD3}"/>
              </a:ext>
            </a:extLst>
          </p:cNvPr>
          <p:cNvSpPr/>
          <p:nvPr/>
        </p:nvSpPr>
        <p:spPr>
          <a:xfrm>
            <a:off x="897564" y="8295665"/>
            <a:ext cx="2918086" cy="580360"/>
          </a:xfrm>
          <a:prstGeom prst="diamond">
            <a:avLst/>
          </a:prstGeom>
          <a:solidFill>
            <a:srgbClr val="AB2D24"/>
          </a:solidFill>
          <a:ln>
            <a:solidFill>
              <a:srgbClr val="AB2D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Precise Electron  Selection</a:t>
            </a:r>
          </a:p>
        </p:txBody>
      </p:sp>
      <p:sp>
        <p:nvSpPr>
          <p:cNvPr id="58" name="Rectangle 16">
            <a:extLst>
              <a:ext uri="{FF2B5EF4-FFF2-40B4-BE49-F238E27FC236}">
                <a16:creationId xmlns:a16="http://schemas.microsoft.com/office/drawing/2014/main" id="{77FD63BA-2E92-FF0B-B311-BE4425156957}"/>
              </a:ext>
            </a:extLst>
          </p:cNvPr>
          <p:cNvSpPr/>
          <p:nvPr/>
        </p:nvSpPr>
        <p:spPr>
          <a:xfrm>
            <a:off x="794068" y="5652874"/>
            <a:ext cx="3217755" cy="3359337"/>
          </a:xfrm>
          <a:prstGeom prst="rect">
            <a:avLst/>
          </a:prstGeom>
          <a:noFill/>
          <a:ln w="28575" cmpd="sng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Avenir Light" panose="020B0402020203020204" pitchFamily="34" charset="77"/>
            </a:endParaRP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01C50FFF-3184-125A-666F-F9D92C024C8C}"/>
              </a:ext>
            </a:extLst>
          </p:cNvPr>
          <p:cNvSpPr txBox="1"/>
          <p:nvPr/>
        </p:nvSpPr>
        <p:spPr>
          <a:xfrm rot="16200000">
            <a:off x="-1064162" y="3273914"/>
            <a:ext cx="32473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Fast</a:t>
            </a: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C06C1453-BB4F-37D4-2DF0-A23852BE942E}"/>
              </a:ext>
            </a:extLst>
          </p:cNvPr>
          <p:cNvSpPr txBox="1"/>
          <p:nvPr/>
        </p:nvSpPr>
        <p:spPr>
          <a:xfrm rot="16200000">
            <a:off x="-960621" y="7189122"/>
            <a:ext cx="304027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800000"/>
                </a:solidFill>
                <a:latin typeface="Avenir Light" panose="020B0402020203020204" pitchFamily="34" charset="77"/>
              </a:rPr>
              <a:t>Precision (Offline-like)</a:t>
            </a:r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77BFC411-44BC-BCE3-8A83-DEFFCB4850D1}"/>
              </a:ext>
            </a:extLst>
          </p:cNvPr>
          <p:cNvSpPr txBox="1"/>
          <p:nvPr/>
        </p:nvSpPr>
        <p:spPr>
          <a:xfrm rot="5400000">
            <a:off x="1744893" y="6163247"/>
            <a:ext cx="53797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Avenir Light" panose="020B0402020203020204" pitchFamily="34" charset="77"/>
              </a:rPr>
              <a:t>High-Level Trigger Sequence for Electron Chains</a:t>
            </a:r>
          </a:p>
        </p:txBody>
      </p:sp>
      <p:sp>
        <p:nvSpPr>
          <p:cNvPr id="62" name="Rounded Rectangle 21">
            <a:extLst>
              <a:ext uri="{FF2B5EF4-FFF2-40B4-BE49-F238E27FC236}">
                <a16:creationId xmlns:a16="http://schemas.microsoft.com/office/drawing/2014/main" id="{280D0AC7-2ED5-14F9-E66F-8F02735217E4}"/>
              </a:ext>
            </a:extLst>
          </p:cNvPr>
          <p:cNvSpPr/>
          <p:nvPr/>
        </p:nvSpPr>
        <p:spPr>
          <a:xfrm>
            <a:off x="762715" y="214733"/>
            <a:ext cx="3145417" cy="669568"/>
          </a:xfrm>
          <a:prstGeom prst="roundRect">
            <a:avLst/>
          </a:prstGeom>
          <a:solidFill>
            <a:srgbClr val="4F81BD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L1Calo</a:t>
            </a:r>
          </a:p>
        </p:txBody>
      </p:sp>
      <p:sp>
        <p:nvSpPr>
          <p:cNvPr id="63" name="Right Arrow 22">
            <a:extLst>
              <a:ext uri="{FF2B5EF4-FFF2-40B4-BE49-F238E27FC236}">
                <a16:creationId xmlns:a16="http://schemas.microsoft.com/office/drawing/2014/main" id="{890D0DE4-64C9-A6B0-2B53-7A48F47198E5}"/>
              </a:ext>
            </a:extLst>
          </p:cNvPr>
          <p:cNvSpPr/>
          <p:nvPr/>
        </p:nvSpPr>
        <p:spPr>
          <a:xfrm rot="5400000">
            <a:off x="2142155" y="-29051"/>
            <a:ext cx="460117" cy="2382602"/>
          </a:xfrm>
          <a:prstGeom prst="rightArrow">
            <a:avLst>
              <a:gd name="adj1" fmla="val 45970"/>
              <a:gd name="adj2" fmla="val 62069"/>
            </a:avLst>
          </a:prstGeom>
          <a:gradFill flip="none" rotWithShape="1">
            <a:gsLst>
              <a:gs pos="32000">
                <a:schemeClr val="accent1"/>
              </a:gs>
              <a:gs pos="100000">
                <a:schemeClr val="tx1"/>
              </a:gs>
            </a:gsLst>
            <a:lin ang="0" scaled="1"/>
            <a:tileRect/>
          </a:gra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venir Light" panose="020B0402020203020204" pitchFamily="34" charset="77"/>
            </a:endParaRPr>
          </a:p>
        </p:txBody>
      </p:sp>
      <p:sp>
        <p:nvSpPr>
          <p:cNvPr id="64" name="Right Arrow 45">
            <a:extLst>
              <a:ext uri="{FF2B5EF4-FFF2-40B4-BE49-F238E27FC236}">
                <a16:creationId xmlns:a16="http://schemas.microsoft.com/office/drawing/2014/main" id="{7B7A0DDF-87D3-18B4-27DE-E6421D4F2A24}"/>
              </a:ext>
            </a:extLst>
          </p:cNvPr>
          <p:cNvSpPr/>
          <p:nvPr/>
        </p:nvSpPr>
        <p:spPr>
          <a:xfrm rot="5400000">
            <a:off x="2129104" y="4224663"/>
            <a:ext cx="412641" cy="2382601"/>
          </a:xfrm>
          <a:prstGeom prst="rightArrow">
            <a:avLst>
              <a:gd name="adj1" fmla="val 47676"/>
              <a:gd name="adj2" fmla="val 62069"/>
            </a:avLst>
          </a:prstGeom>
          <a:gradFill flip="none" rotWithShape="1">
            <a:gsLst>
              <a:gs pos="80000">
                <a:srgbClr val="AB2D24"/>
              </a:gs>
              <a:gs pos="0">
                <a:schemeClr val="tx1"/>
              </a:gs>
            </a:gsLst>
            <a:lin ang="0" scaled="1"/>
            <a:tileRect/>
          </a:gra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Avenir Light" panose="020B0402020203020204" pitchFamily="34" charset="77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FA087E58-103A-D5EE-4DFB-2A233BCA7083}"/>
              </a:ext>
            </a:extLst>
          </p:cNvPr>
          <p:cNvSpPr/>
          <p:nvPr/>
        </p:nvSpPr>
        <p:spPr>
          <a:xfrm>
            <a:off x="810247" y="3549281"/>
            <a:ext cx="3056211" cy="37068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Fast Track Reconstruction</a:t>
            </a:r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B4496EBE-E07B-6743-AD41-2712BB804F16}"/>
              </a:ext>
            </a:extLst>
          </p:cNvPr>
          <p:cNvSpPr/>
          <p:nvPr/>
        </p:nvSpPr>
        <p:spPr>
          <a:xfrm>
            <a:off x="870005" y="7870864"/>
            <a:ext cx="3004412" cy="304153"/>
          </a:xfrm>
          <a:prstGeom prst="rect">
            <a:avLst/>
          </a:prstGeom>
          <a:solidFill>
            <a:srgbClr val="AB2D24"/>
          </a:solidFill>
          <a:ln>
            <a:solidFill>
              <a:srgbClr val="AB2D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Precise Electron Reconstruction</a:t>
            </a:r>
          </a:p>
        </p:txBody>
      </p:sp>
      <p:sp>
        <p:nvSpPr>
          <p:cNvPr id="67" name="Diamond 8">
            <a:extLst>
              <a:ext uri="{FF2B5EF4-FFF2-40B4-BE49-F238E27FC236}">
                <a16:creationId xmlns:a16="http://schemas.microsoft.com/office/drawing/2014/main" id="{4F83E5F2-DF29-FF68-0307-E56260EBD2C9}"/>
              </a:ext>
            </a:extLst>
          </p:cNvPr>
          <p:cNvSpPr/>
          <p:nvPr/>
        </p:nvSpPr>
        <p:spPr>
          <a:xfrm>
            <a:off x="908254" y="2678144"/>
            <a:ext cx="2918086" cy="580360"/>
          </a:xfrm>
          <a:prstGeom prst="diamond">
            <a:avLst/>
          </a:prstGeom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NN Selection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Avenir Light" panose="020B0402020203020204" pitchFamily="34" charset="77"/>
            </a:endParaRPr>
          </a:p>
        </p:txBody>
      </p:sp>
      <p:sp>
        <p:nvSpPr>
          <p:cNvPr id="68" name="Rectangle 7">
            <a:extLst>
              <a:ext uri="{FF2B5EF4-FFF2-40B4-BE49-F238E27FC236}">
                <a16:creationId xmlns:a16="http://schemas.microsoft.com/office/drawing/2014/main" id="{735DE905-6C72-5AAE-15B4-1C4D91E12D2A}"/>
              </a:ext>
            </a:extLst>
          </p:cNvPr>
          <p:cNvSpPr/>
          <p:nvPr/>
        </p:nvSpPr>
        <p:spPr>
          <a:xfrm>
            <a:off x="841742" y="2156437"/>
            <a:ext cx="3056210" cy="43697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Fast Calorimeter Reconstruction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(shower shapes + rings)</a:t>
            </a:r>
          </a:p>
        </p:txBody>
      </p:sp>
      <p:sp>
        <p:nvSpPr>
          <p:cNvPr id="69" name="TextBox 17">
            <a:extLst>
              <a:ext uri="{FF2B5EF4-FFF2-40B4-BE49-F238E27FC236}">
                <a16:creationId xmlns:a16="http://schemas.microsoft.com/office/drawing/2014/main" id="{990B6F0B-68CB-3D81-F065-01E07B1096CB}"/>
              </a:ext>
            </a:extLst>
          </p:cNvPr>
          <p:cNvSpPr txBox="1"/>
          <p:nvPr/>
        </p:nvSpPr>
        <p:spPr>
          <a:xfrm rot="5400000">
            <a:off x="6994674" y="2293608"/>
            <a:ext cx="123487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FastCalo</a:t>
            </a:r>
          </a:p>
        </p:txBody>
      </p:sp>
      <p:sp>
        <p:nvSpPr>
          <p:cNvPr id="70" name="Diamond 8">
            <a:extLst>
              <a:ext uri="{FF2B5EF4-FFF2-40B4-BE49-F238E27FC236}">
                <a16:creationId xmlns:a16="http://schemas.microsoft.com/office/drawing/2014/main" id="{9769AACC-7C0B-D824-D62F-A4258F3674E2}"/>
              </a:ext>
            </a:extLst>
          </p:cNvPr>
          <p:cNvSpPr/>
          <p:nvPr/>
        </p:nvSpPr>
        <p:spPr>
          <a:xfrm>
            <a:off x="4250889" y="2658800"/>
            <a:ext cx="2918086" cy="580360"/>
          </a:xfrm>
          <a:prstGeom prst="diamond">
            <a:avLst/>
          </a:prstGeom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Cut-based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Avenir Light" panose="020B0402020203020204" pitchFamily="34" charset="77"/>
            </a:endParaRP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1F653F4C-36C5-0A6A-BDA2-1257130E7F26}"/>
              </a:ext>
            </a:extLst>
          </p:cNvPr>
          <p:cNvSpPr/>
          <p:nvPr/>
        </p:nvSpPr>
        <p:spPr>
          <a:xfrm>
            <a:off x="757958" y="1657066"/>
            <a:ext cx="3264439" cy="1673201"/>
          </a:xfrm>
          <a:prstGeom prst="rect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Avenir Light" panose="020B0402020203020204" pitchFamily="34" charset="77"/>
            </a:endParaRPr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42FCC736-F2FB-3A1B-9972-037F9FECF47A}"/>
              </a:ext>
            </a:extLst>
          </p:cNvPr>
          <p:cNvSpPr/>
          <p:nvPr/>
        </p:nvSpPr>
        <p:spPr>
          <a:xfrm>
            <a:off x="4180302" y="2156437"/>
            <a:ext cx="3056210" cy="43697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Fast Calorimeter Reconstruction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(shower shapes)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95F5D35-AF94-564A-9CB7-954501BB2A81}"/>
              </a:ext>
            </a:extLst>
          </p:cNvPr>
          <p:cNvCxnSpPr>
            <a:cxnSpLocks/>
          </p:cNvCxnSpPr>
          <p:nvPr/>
        </p:nvCxnSpPr>
        <p:spPr>
          <a:xfrm>
            <a:off x="7403356" y="1657062"/>
            <a:ext cx="0" cy="167320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B14E151-EB67-A1CC-D1D0-8EE2AF251D5A}"/>
              </a:ext>
            </a:extLst>
          </p:cNvPr>
          <p:cNvCxnSpPr>
            <a:cxnSpLocks/>
          </p:cNvCxnSpPr>
          <p:nvPr/>
        </p:nvCxnSpPr>
        <p:spPr>
          <a:xfrm>
            <a:off x="757954" y="2078895"/>
            <a:ext cx="326444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4FFDE75-8698-14E7-7535-97E5048889EB}"/>
              </a:ext>
            </a:extLst>
          </p:cNvPr>
          <p:cNvSpPr txBox="1"/>
          <p:nvPr/>
        </p:nvSpPr>
        <p:spPr>
          <a:xfrm>
            <a:off x="4711569" y="1680325"/>
            <a:ext cx="1993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noringer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738E69-5DB2-C29E-8E25-AA05029B6E33}"/>
              </a:ext>
            </a:extLst>
          </p:cNvPr>
          <p:cNvSpPr txBox="1"/>
          <p:nvPr/>
        </p:nvSpPr>
        <p:spPr>
          <a:xfrm>
            <a:off x="1359769" y="1666831"/>
            <a:ext cx="1993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Light" panose="020B0402020203020204" pitchFamily="34" charset="77"/>
              </a:rPr>
              <a:t>ringer</a:t>
            </a: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293DA8EB-FFA9-27BD-5C03-7DB2F0DAAAF6}"/>
              </a:ext>
            </a:extLst>
          </p:cNvPr>
          <p:cNvSpPr/>
          <p:nvPr/>
        </p:nvSpPr>
        <p:spPr>
          <a:xfrm>
            <a:off x="4138920" y="1657066"/>
            <a:ext cx="3732583" cy="1673201"/>
          </a:xfrm>
          <a:prstGeom prst="rect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Avenir Light" panose="020B0402020203020204" pitchFamily="34" charset="77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6B3F3FA-9510-5A45-ECD2-715A5A1648BB}"/>
              </a:ext>
            </a:extLst>
          </p:cNvPr>
          <p:cNvCxnSpPr>
            <a:cxnSpLocks/>
          </p:cNvCxnSpPr>
          <p:nvPr/>
        </p:nvCxnSpPr>
        <p:spPr>
          <a:xfrm>
            <a:off x="4138916" y="2078895"/>
            <a:ext cx="326444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L-Shape 78">
            <a:extLst>
              <a:ext uri="{FF2B5EF4-FFF2-40B4-BE49-F238E27FC236}">
                <a16:creationId xmlns:a16="http://schemas.microsoft.com/office/drawing/2014/main" id="{3CA87CD2-87FE-3E2F-B37B-F62D0CC48779}"/>
              </a:ext>
            </a:extLst>
          </p:cNvPr>
          <p:cNvSpPr/>
          <p:nvPr/>
        </p:nvSpPr>
        <p:spPr>
          <a:xfrm rot="5400000">
            <a:off x="295914" y="1423606"/>
            <a:ext cx="7742692" cy="7851214"/>
          </a:xfrm>
          <a:prstGeom prst="corner">
            <a:avLst>
              <a:gd name="adj1" fmla="val 58694"/>
              <a:gd name="adj2" fmla="val 27995"/>
            </a:avLst>
          </a:prstGeom>
          <a:noFill/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80" name="Rectangle 13">
            <a:extLst>
              <a:ext uri="{FF2B5EF4-FFF2-40B4-BE49-F238E27FC236}">
                <a16:creationId xmlns:a16="http://schemas.microsoft.com/office/drawing/2014/main" id="{3E79B8C6-A206-05BE-0751-20DFA9F8A11C}"/>
              </a:ext>
            </a:extLst>
          </p:cNvPr>
          <p:cNvSpPr/>
          <p:nvPr/>
        </p:nvSpPr>
        <p:spPr>
          <a:xfrm>
            <a:off x="870005" y="7446063"/>
            <a:ext cx="3004412" cy="304153"/>
          </a:xfrm>
          <a:prstGeom prst="rect">
            <a:avLst/>
          </a:prstGeom>
          <a:solidFill>
            <a:srgbClr val="AB2D24"/>
          </a:solidFill>
          <a:ln>
            <a:solidFill>
              <a:srgbClr val="AB2D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venir Light" panose="020B0402020203020204" pitchFamily="34" charset="77"/>
              </a:rPr>
              <a:t>Precise Track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355867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3444</TotalTime>
  <Words>60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Avenir Light</vt:lpstr>
      <vt:lpstr>Calibri</vt:lpstr>
      <vt:lpstr>Office Theme</vt:lpstr>
      <vt:lpstr>PowerPoint Presentation</vt:lpstr>
    </vt:vector>
  </TitlesOfParts>
  <Company>CERN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Werner Freund</dc:creator>
  <cp:lastModifiedBy>Joao Victor Da Fonseca Pinto</cp:lastModifiedBy>
  <cp:revision>33</cp:revision>
  <cp:lastPrinted>2018-09-05T02:45:49Z</cp:lastPrinted>
  <dcterms:created xsi:type="dcterms:W3CDTF">2016-02-13T04:54:08Z</dcterms:created>
  <dcterms:modified xsi:type="dcterms:W3CDTF">2025-01-25T22:26:00Z</dcterms:modified>
</cp:coreProperties>
</file>