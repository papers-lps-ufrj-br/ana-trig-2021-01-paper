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1079976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49"/>
    <p:restoredTop sz="94630"/>
  </p:normalViewPr>
  <p:slideViewPr>
    <p:cSldViewPr snapToGrid="0" snapToObjects="1">
      <p:cViewPr varScale="1">
        <p:scale>
          <a:sx n="120" d="100"/>
          <a:sy n="120" d="100"/>
        </p:scale>
        <p:origin x="1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1060529"/>
            <a:ext cx="8099822" cy="2256061"/>
          </a:xfrm>
        </p:spPr>
        <p:txBody>
          <a:bodyPr anchor="b"/>
          <a:lstStyle>
            <a:lvl1pPr algn="ctr">
              <a:defRPr sz="5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3403592"/>
            <a:ext cx="8099822" cy="1564542"/>
          </a:xfrm>
        </p:spPr>
        <p:txBody>
          <a:bodyPr/>
          <a:lstStyle>
            <a:lvl1pPr marL="0" indent="0" algn="ctr">
              <a:buNone/>
              <a:defRPr sz="2126"/>
            </a:lvl1pPr>
            <a:lvl2pPr marL="404988" indent="0" algn="ctr">
              <a:buNone/>
              <a:defRPr sz="1772"/>
            </a:lvl2pPr>
            <a:lvl3pPr marL="809976" indent="0" algn="ctr">
              <a:buNone/>
              <a:defRPr sz="1594"/>
            </a:lvl3pPr>
            <a:lvl4pPr marL="1214963" indent="0" algn="ctr">
              <a:buNone/>
              <a:defRPr sz="1417"/>
            </a:lvl4pPr>
            <a:lvl5pPr marL="1619951" indent="0" algn="ctr">
              <a:buNone/>
              <a:defRPr sz="1417"/>
            </a:lvl5pPr>
            <a:lvl6pPr marL="2024939" indent="0" algn="ctr">
              <a:buNone/>
              <a:defRPr sz="1417"/>
            </a:lvl6pPr>
            <a:lvl7pPr marL="2429927" indent="0" algn="ctr">
              <a:buNone/>
              <a:defRPr sz="1417"/>
            </a:lvl7pPr>
            <a:lvl8pPr marL="2834914" indent="0" algn="ctr">
              <a:buNone/>
              <a:defRPr sz="1417"/>
            </a:lvl8pPr>
            <a:lvl9pPr marL="3239902" indent="0" algn="ctr">
              <a:buNone/>
              <a:defRPr sz="141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7872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2919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615545"/>
            <a:ext cx="9314796" cy="2695572"/>
          </a:xfrm>
        </p:spPr>
        <p:txBody>
          <a:bodyPr anchor="b"/>
          <a:lstStyle>
            <a:lvl1pPr>
              <a:defRPr sz="5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4336618"/>
            <a:ext cx="9314796" cy="1417538"/>
          </a:xfrm>
        </p:spPr>
        <p:txBody>
          <a:bodyPr/>
          <a:lstStyle>
            <a:lvl1pPr marL="0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1pPr>
            <a:lvl2pPr marL="404988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2pPr>
            <a:lvl3pPr marL="80997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3pPr>
            <a:lvl4pPr marL="1214963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4pPr>
            <a:lvl5pPr marL="1619951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5pPr>
            <a:lvl6pPr marL="2024939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6pPr>
            <a:lvl7pPr marL="242992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7pPr>
            <a:lvl8pPr marL="2834914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8pPr>
            <a:lvl9pPr marL="3239902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56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725046"/>
            <a:ext cx="4589899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725046"/>
            <a:ext cx="4589899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896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345010"/>
            <a:ext cx="9314796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588543"/>
            <a:ext cx="4568806" cy="778521"/>
          </a:xfrm>
        </p:spPr>
        <p:txBody>
          <a:bodyPr anchor="b"/>
          <a:lstStyle>
            <a:lvl1pPr marL="0" indent="0">
              <a:buNone/>
              <a:defRPr sz="2126" b="1"/>
            </a:lvl1pPr>
            <a:lvl2pPr marL="404988" indent="0">
              <a:buNone/>
              <a:defRPr sz="1772" b="1"/>
            </a:lvl2pPr>
            <a:lvl3pPr marL="809976" indent="0">
              <a:buNone/>
              <a:defRPr sz="1594" b="1"/>
            </a:lvl3pPr>
            <a:lvl4pPr marL="1214963" indent="0">
              <a:buNone/>
              <a:defRPr sz="1417" b="1"/>
            </a:lvl4pPr>
            <a:lvl5pPr marL="1619951" indent="0">
              <a:buNone/>
              <a:defRPr sz="1417" b="1"/>
            </a:lvl5pPr>
            <a:lvl6pPr marL="2024939" indent="0">
              <a:buNone/>
              <a:defRPr sz="1417" b="1"/>
            </a:lvl6pPr>
            <a:lvl7pPr marL="2429927" indent="0">
              <a:buNone/>
              <a:defRPr sz="1417" b="1"/>
            </a:lvl7pPr>
            <a:lvl8pPr marL="2834914" indent="0">
              <a:buNone/>
              <a:defRPr sz="1417" b="1"/>
            </a:lvl8pPr>
            <a:lvl9pPr marL="3239902" indent="0">
              <a:buNone/>
              <a:defRPr sz="14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2367064"/>
            <a:ext cx="4568806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588543"/>
            <a:ext cx="4591306" cy="778521"/>
          </a:xfrm>
        </p:spPr>
        <p:txBody>
          <a:bodyPr anchor="b"/>
          <a:lstStyle>
            <a:lvl1pPr marL="0" indent="0">
              <a:buNone/>
              <a:defRPr sz="2126" b="1"/>
            </a:lvl1pPr>
            <a:lvl2pPr marL="404988" indent="0">
              <a:buNone/>
              <a:defRPr sz="1772" b="1"/>
            </a:lvl2pPr>
            <a:lvl3pPr marL="809976" indent="0">
              <a:buNone/>
              <a:defRPr sz="1594" b="1"/>
            </a:lvl3pPr>
            <a:lvl4pPr marL="1214963" indent="0">
              <a:buNone/>
              <a:defRPr sz="1417" b="1"/>
            </a:lvl4pPr>
            <a:lvl5pPr marL="1619951" indent="0">
              <a:buNone/>
              <a:defRPr sz="1417" b="1"/>
            </a:lvl5pPr>
            <a:lvl6pPr marL="2024939" indent="0">
              <a:buNone/>
              <a:defRPr sz="1417" b="1"/>
            </a:lvl6pPr>
            <a:lvl7pPr marL="2429927" indent="0">
              <a:buNone/>
              <a:defRPr sz="1417" b="1"/>
            </a:lvl7pPr>
            <a:lvl8pPr marL="2834914" indent="0">
              <a:buNone/>
              <a:defRPr sz="1417" b="1"/>
            </a:lvl8pPr>
            <a:lvl9pPr marL="3239902" indent="0">
              <a:buNone/>
              <a:defRPr sz="14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2367064"/>
            <a:ext cx="4591306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8034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55804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52511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432012"/>
            <a:ext cx="3483204" cy="1512041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933026"/>
            <a:ext cx="5467380" cy="4605124"/>
          </a:xfrm>
        </p:spPr>
        <p:txBody>
          <a:bodyPr/>
          <a:lstStyle>
            <a:lvl1pPr>
              <a:defRPr sz="2835"/>
            </a:lvl1pPr>
            <a:lvl2pPr>
              <a:defRPr sz="2480"/>
            </a:lvl2pPr>
            <a:lvl3pPr>
              <a:defRPr sz="2126"/>
            </a:lvl3pPr>
            <a:lvl4pPr>
              <a:defRPr sz="1772"/>
            </a:lvl4pPr>
            <a:lvl5pPr>
              <a:defRPr sz="1772"/>
            </a:lvl5pPr>
            <a:lvl6pPr>
              <a:defRPr sz="1772"/>
            </a:lvl6pPr>
            <a:lvl7pPr>
              <a:defRPr sz="1772"/>
            </a:lvl7pPr>
            <a:lvl8pPr>
              <a:defRPr sz="1772"/>
            </a:lvl8pPr>
            <a:lvl9pPr>
              <a:defRPr sz="17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944052"/>
            <a:ext cx="3483204" cy="3601598"/>
          </a:xfrm>
        </p:spPr>
        <p:txBody>
          <a:bodyPr/>
          <a:lstStyle>
            <a:lvl1pPr marL="0" indent="0">
              <a:buNone/>
              <a:defRPr sz="1417"/>
            </a:lvl1pPr>
            <a:lvl2pPr marL="404988" indent="0">
              <a:buNone/>
              <a:defRPr sz="1240"/>
            </a:lvl2pPr>
            <a:lvl3pPr marL="809976" indent="0">
              <a:buNone/>
              <a:defRPr sz="1063"/>
            </a:lvl3pPr>
            <a:lvl4pPr marL="1214963" indent="0">
              <a:buNone/>
              <a:defRPr sz="886"/>
            </a:lvl4pPr>
            <a:lvl5pPr marL="1619951" indent="0">
              <a:buNone/>
              <a:defRPr sz="886"/>
            </a:lvl5pPr>
            <a:lvl6pPr marL="2024939" indent="0">
              <a:buNone/>
              <a:defRPr sz="886"/>
            </a:lvl6pPr>
            <a:lvl7pPr marL="2429927" indent="0">
              <a:buNone/>
              <a:defRPr sz="886"/>
            </a:lvl7pPr>
            <a:lvl8pPr marL="2834914" indent="0">
              <a:buNone/>
              <a:defRPr sz="886"/>
            </a:lvl8pPr>
            <a:lvl9pPr marL="3239902" indent="0">
              <a:buNone/>
              <a:defRPr sz="8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66179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432012"/>
            <a:ext cx="3483204" cy="1512041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933026"/>
            <a:ext cx="5467380" cy="4605124"/>
          </a:xfrm>
        </p:spPr>
        <p:txBody>
          <a:bodyPr anchor="t"/>
          <a:lstStyle>
            <a:lvl1pPr marL="0" indent="0">
              <a:buNone/>
              <a:defRPr sz="2835"/>
            </a:lvl1pPr>
            <a:lvl2pPr marL="404988" indent="0">
              <a:buNone/>
              <a:defRPr sz="2480"/>
            </a:lvl2pPr>
            <a:lvl3pPr marL="809976" indent="0">
              <a:buNone/>
              <a:defRPr sz="2126"/>
            </a:lvl3pPr>
            <a:lvl4pPr marL="1214963" indent="0">
              <a:buNone/>
              <a:defRPr sz="1772"/>
            </a:lvl4pPr>
            <a:lvl5pPr marL="1619951" indent="0">
              <a:buNone/>
              <a:defRPr sz="1772"/>
            </a:lvl5pPr>
            <a:lvl6pPr marL="2024939" indent="0">
              <a:buNone/>
              <a:defRPr sz="1772"/>
            </a:lvl6pPr>
            <a:lvl7pPr marL="2429927" indent="0">
              <a:buNone/>
              <a:defRPr sz="1772"/>
            </a:lvl7pPr>
            <a:lvl8pPr marL="2834914" indent="0">
              <a:buNone/>
              <a:defRPr sz="1772"/>
            </a:lvl8pPr>
            <a:lvl9pPr marL="3239902" indent="0">
              <a:buNone/>
              <a:defRPr sz="177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944052"/>
            <a:ext cx="3483204" cy="3601598"/>
          </a:xfrm>
        </p:spPr>
        <p:txBody>
          <a:bodyPr/>
          <a:lstStyle>
            <a:lvl1pPr marL="0" indent="0">
              <a:buNone/>
              <a:defRPr sz="1417"/>
            </a:lvl1pPr>
            <a:lvl2pPr marL="404988" indent="0">
              <a:buNone/>
              <a:defRPr sz="1240"/>
            </a:lvl2pPr>
            <a:lvl3pPr marL="809976" indent="0">
              <a:buNone/>
              <a:defRPr sz="1063"/>
            </a:lvl3pPr>
            <a:lvl4pPr marL="1214963" indent="0">
              <a:buNone/>
              <a:defRPr sz="886"/>
            </a:lvl4pPr>
            <a:lvl5pPr marL="1619951" indent="0">
              <a:buNone/>
              <a:defRPr sz="886"/>
            </a:lvl5pPr>
            <a:lvl6pPr marL="2024939" indent="0">
              <a:buNone/>
              <a:defRPr sz="886"/>
            </a:lvl6pPr>
            <a:lvl7pPr marL="2429927" indent="0">
              <a:buNone/>
              <a:defRPr sz="886"/>
            </a:lvl7pPr>
            <a:lvl8pPr marL="2834914" indent="0">
              <a:buNone/>
              <a:defRPr sz="886"/>
            </a:lvl8pPr>
            <a:lvl9pPr marL="3239902" indent="0">
              <a:buNone/>
              <a:defRPr sz="8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0576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7086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345009"/>
            <a:ext cx="2328699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345009"/>
            <a:ext cx="6851100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25556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345010"/>
            <a:ext cx="9314796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725046"/>
            <a:ext cx="9314796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6006163"/>
            <a:ext cx="242994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9E493-FE17-8A48-B781-062281A09A6F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6006163"/>
            <a:ext cx="364492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6006163"/>
            <a:ext cx="242994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C59E7-C58E-7B4A-80E6-636557448AB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005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809976" rtl="0" eaLnBrk="1" latinLnBrk="0" hangingPunct="1">
        <a:lnSpc>
          <a:spcPct val="90000"/>
        </a:lnSpc>
        <a:spcBef>
          <a:spcPct val="0"/>
        </a:spcBef>
        <a:buNone/>
        <a:defRPr sz="38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494" indent="-202494" algn="l" defTabSz="809976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07482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12469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417457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445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227433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632420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3037408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442396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1pPr>
      <a:lvl2pPr marL="404988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2pPr>
      <a:lvl3pPr marL="809976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3pPr>
      <a:lvl4pPr marL="1214963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619951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024939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429927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2834914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239902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2C51E363-D52D-0045-BBC3-CC97CF3B5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998" y="-2185578"/>
            <a:ext cx="8999538" cy="899953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D8B72D6-2F26-1E45-A91D-D4A978AC4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07" y="-1359643"/>
            <a:ext cx="8999538" cy="899953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DAD0DEF-0BAC-F94C-858E-807787917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97930" y="-393925"/>
            <a:ext cx="8999538" cy="8999538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E84AA245-ADCC-CF40-878A-DCF24E538A34}"/>
              </a:ext>
            </a:extLst>
          </p:cNvPr>
          <p:cNvSpPr txBox="1"/>
          <p:nvPr/>
        </p:nvSpPr>
        <p:spPr>
          <a:xfrm>
            <a:off x="8927663" y="4136821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HAD3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AC29D3-6E05-5A4F-9FAC-757B25A825C0}"/>
              </a:ext>
            </a:extLst>
          </p:cNvPr>
          <p:cNvSpPr txBox="1"/>
          <p:nvPr/>
        </p:nvSpPr>
        <p:spPr>
          <a:xfrm>
            <a:off x="6721279" y="5030229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HAD2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F2709B-EBCD-B342-9E2F-9D2C281F57DF}"/>
              </a:ext>
            </a:extLst>
          </p:cNvPr>
          <p:cNvSpPr txBox="1"/>
          <p:nvPr/>
        </p:nvSpPr>
        <p:spPr>
          <a:xfrm>
            <a:off x="4385571" y="5954570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HAD1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66391B8B-AFB4-D5BF-1978-F7F51413316F}"/>
              </a:ext>
            </a:extLst>
          </p:cNvPr>
          <p:cNvSpPr/>
          <p:nvPr/>
        </p:nvSpPr>
        <p:spPr>
          <a:xfrm rot="6426872">
            <a:off x="8541964" y="-29281"/>
            <a:ext cx="178789" cy="1479780"/>
          </a:xfrm>
          <a:prstGeom prst="leftBrace">
            <a:avLst/>
          </a:prstGeom>
          <a:ln w="25400"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AE3B1F54-0757-4D19-3FB1-D6C1A0CC0B9E}"/>
              </a:ext>
            </a:extLst>
          </p:cNvPr>
          <p:cNvSpPr/>
          <p:nvPr/>
        </p:nvSpPr>
        <p:spPr>
          <a:xfrm rot="10800000">
            <a:off x="9337142" y="1043000"/>
            <a:ext cx="134387" cy="671172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88E64F-5724-7E32-4F5E-6122FC0F9053}"/>
                  </a:ext>
                </a:extLst>
              </p:cNvPr>
              <p:cNvSpPr txBox="1"/>
              <p:nvPr/>
            </p:nvSpPr>
            <p:spPr>
              <a:xfrm>
                <a:off x="8455084" y="127316"/>
                <a:ext cx="616836" cy="4692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BR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88E64F-5724-7E32-4F5E-6122FC0F9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5084" y="127316"/>
                <a:ext cx="616836" cy="469231"/>
              </a:xfrm>
              <a:prstGeom prst="rect">
                <a:avLst/>
              </a:prstGeom>
              <a:blipFill>
                <a:blip r:embed="rId5"/>
                <a:stretch>
                  <a:fillRect l="-12000" r="-2000" b="-21053"/>
                </a:stretch>
              </a:blipFill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F035DA-1797-E3E3-70A7-077F0564697A}"/>
                  </a:ext>
                </a:extLst>
              </p:cNvPr>
              <p:cNvSpPr txBox="1"/>
              <p:nvPr/>
            </p:nvSpPr>
            <p:spPr>
              <a:xfrm>
                <a:off x="9533711" y="1171042"/>
                <a:ext cx="657809" cy="469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BR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F035DA-1797-E3E3-70A7-077F05646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3711" y="1171042"/>
                <a:ext cx="657809" cy="469296"/>
              </a:xfrm>
              <a:prstGeom prst="rect">
                <a:avLst/>
              </a:prstGeom>
              <a:blipFill>
                <a:blip r:embed="rId6"/>
                <a:stretch>
                  <a:fillRect l="-11321" r="-3774" b="-26316"/>
                </a:stretch>
              </a:blipFill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5DD8A2-4371-BF22-61DF-1EFC3A713A1B}"/>
              </a:ext>
            </a:extLst>
          </p:cNvPr>
          <p:cNvCxnSpPr>
            <a:cxnSpLocks/>
          </p:cNvCxnSpPr>
          <p:nvPr/>
        </p:nvCxnSpPr>
        <p:spPr>
          <a:xfrm flipH="1" flipV="1">
            <a:off x="8216266" y="2901353"/>
            <a:ext cx="1422794" cy="477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2E439A-1375-01F0-E0AA-2AED1989B405}"/>
                  </a:ext>
                </a:extLst>
              </p:cNvPr>
              <p:cNvSpPr txBox="1"/>
              <p:nvPr/>
            </p:nvSpPr>
            <p:spPr>
              <a:xfrm>
                <a:off x="9764714" y="3140126"/>
                <a:ext cx="509627" cy="449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BR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2E439A-1375-01F0-E0AA-2AED1989B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4714" y="3140126"/>
                <a:ext cx="509627" cy="449803"/>
              </a:xfrm>
              <a:prstGeom prst="rect">
                <a:avLst/>
              </a:prstGeom>
              <a:blipFill>
                <a:blip r:embed="rId7"/>
                <a:stretch>
                  <a:fillRect l="-7317" r="-4878" b="-13889"/>
                </a:stretch>
              </a:blipFill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14C0598-8BE1-F55C-E3AC-4BA38896E252}"/>
              </a:ext>
            </a:extLst>
          </p:cNvPr>
          <p:cNvCxnSpPr>
            <a:cxnSpLocks/>
          </p:cNvCxnSpPr>
          <p:nvPr/>
        </p:nvCxnSpPr>
        <p:spPr>
          <a:xfrm flipH="1" flipV="1">
            <a:off x="8281190" y="2233368"/>
            <a:ext cx="1422794" cy="477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FB6294-DA9C-C786-1A2D-0A499516E113}"/>
                  </a:ext>
                </a:extLst>
              </p:cNvPr>
              <p:cNvSpPr txBox="1"/>
              <p:nvPr/>
            </p:nvSpPr>
            <p:spPr>
              <a:xfrm>
                <a:off x="9865905" y="2458788"/>
                <a:ext cx="849207" cy="449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h𝑜𝑡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BR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FB6294-DA9C-C786-1A2D-0A499516E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905" y="2458788"/>
                <a:ext cx="849207" cy="449803"/>
              </a:xfrm>
              <a:prstGeom prst="rect">
                <a:avLst/>
              </a:prstGeom>
              <a:blipFill>
                <a:blip r:embed="rId8"/>
                <a:stretch>
                  <a:fillRect l="-4412" r="-1471" b="-13889"/>
                </a:stretch>
              </a:blipFill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513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527</TotalTime>
  <Words>7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Joao Victor Da Fonseca Pinto</dc:creator>
  <cp:lastModifiedBy>Joao Victor Da Fonseca Pinto</cp:lastModifiedBy>
  <cp:revision>12</cp:revision>
  <dcterms:created xsi:type="dcterms:W3CDTF">2021-01-07T15:00:05Z</dcterms:created>
  <dcterms:modified xsi:type="dcterms:W3CDTF">2024-09-28T23:41:14Z</dcterms:modified>
</cp:coreProperties>
</file>